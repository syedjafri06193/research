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RPM</c:v>
                </c:pt>
              </c:strCache>
            </c:strRef>
          </c:tx>
          <c:spPr>
            <a:solidFill>
              <a:srgbClr val="00B4D8"/>
            </a:solidFill>
            <a:ln w="508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145 mA</c:v>
                  </c:pt>
                  <c:pt idx="1">
                    <c:v>283 mA</c:v>
                  </c:pt>
                  <c:pt idx="2">
                    <c:v>423 mA</c:v>
                  </c:pt>
                  <c:pt idx="3">
                    <c:v>568 mA</c:v>
                  </c:pt>
                  <c:pt idx="4">
                    <c:v>713 mA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312</c:v>
                </c:pt>
                <c:pt idx="2">
                  <c:v>318</c:v>
                </c:pt>
                <c:pt idx="3">
                  <c:v>324</c:v>
                </c:pt>
                <c:pt idx="4">
                  <c:v>321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0E0EF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0E0EF"/>
                    </a:solidFill>
                    <a:latin typeface="Arial"/>
                  </a:rPr>
                  <a:t>Current (mA)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  <c:min val="300"/>
        </c:scaling>
        <c:delete val="0"/>
        <c:axPos val="l"/>
        <c:majorGridlines>
          <c:spPr>
            <a:ln w="6350" cap="flat">
              <a:solidFill>
                <a:srgbClr val="1A3A5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0E0EF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0E0EF"/>
                    </a:solidFill>
                    <a:latin typeface="Arial"/>
                  </a:rPr>
                  <a:t>RPM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2030"/>
        </a:solidFill>
        <a:ln>
          <a:noFill/>
        </a:ln>
        <a:effectLst/>
      </c:spPr>
    </c:plotArea>
    <c:plotVisOnly val="1"/>
    <c:dispBlanksAs val="span"/>
  </c:chart>
  <c:spPr>
    <a:solidFill>
      <a:srgbClr val="12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74320" y="182880"/>
          <a:ext cx="62179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629400" y="201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29400" y="658368"/>
            <a:ext cx="2331720" cy="960120"/>
          </a:xfrm>
          <a:prstGeom prst="rect">
            <a:avLst/>
          </a:prstGeom>
          <a:solidFill>
            <a:srgbClr val="1220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20840" y="7132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20840" y="104241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→ 324 RPM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trials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29400" y="1737360"/>
            <a:ext cx="2331720" cy="960120"/>
          </a:xfrm>
          <a:prstGeom prst="rect">
            <a:avLst/>
          </a:prstGeom>
          <a:solidFill>
            <a:srgbClr val="12203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79222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21214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increases with current but gains are small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29400" y="2816352"/>
            <a:ext cx="2331720" cy="960120"/>
          </a:xfrm>
          <a:prstGeom prst="rect">
            <a:avLst/>
          </a:prstGeom>
          <a:solidFill>
            <a:srgbClr val="12203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871216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3200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ran at ~315 RPM average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29400" y="3895344"/>
            <a:ext cx="2331720" cy="960120"/>
          </a:xfrm>
          <a:prstGeom prst="rect">
            <a:avLst/>
          </a:prstGeom>
          <a:solidFill>
            <a:srgbClr val="122030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395020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20840" y="427939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15 RPM difference across 5× current increase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2026-06-03T21:25:05Z</dcterms:created>
  <dcterms:modified xsi:type="dcterms:W3CDTF">2026-06-03T21:25:05Z</dcterms:modified>
</cp:coreProperties>
</file>